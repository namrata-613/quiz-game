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7274B"/>
          </a:solidFill>
          <a:ln w="12700">
            <a:solidFill>
              <a:srgbClr val="9727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2560320" cy="2560320"/>
          </a:xfrm>
          <a:prstGeom prst="ellipse">
            <a:avLst/>
          </a:prstGeom>
          <a:solidFill>
            <a:srgbClr val="97274B">
              <a:alpha val="25000"/>
            </a:srgbClr>
          </a:solidFill>
          <a:ln w="12700">
            <a:solidFill>
              <a:srgbClr val="97274B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274320"/>
            <a:ext cx="1645920" cy="1645920"/>
          </a:xfrm>
          <a:prstGeom prst="ellipse">
            <a:avLst/>
          </a:prstGeom>
          <a:solidFill>
            <a:srgbClr val="97274B">
              <a:alpha val="45000"/>
            </a:srgbClr>
          </a:solidFill>
          <a:ln w="12700">
            <a:solidFill>
              <a:srgbClr val="97274B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47472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 Game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Technologies Quiz App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5029200" cy="36576"/>
          </a:xfrm>
          <a:prstGeom prst="rect">
            <a:avLst/>
          </a:prstGeom>
          <a:solidFill>
            <a:srgbClr val="97274B"/>
          </a:solidFill>
          <a:ln w="12700">
            <a:solidFill>
              <a:srgbClr val="9727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874520"/>
            <a:ext cx="2651760" cy="256032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97274B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874520"/>
            <a:ext cx="2651760" cy="82296"/>
          </a:xfrm>
          <a:prstGeom prst="rect">
            <a:avLst/>
          </a:prstGeom>
          <a:solidFill>
            <a:srgbClr val="97274B"/>
          </a:solidFill>
          <a:ln w="12700">
            <a:solidFill>
              <a:srgbClr val="9727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02920" y="24871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2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9077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2552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JavaScript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6027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frameworks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46120" y="1874520"/>
            <a:ext cx="2651760" cy="256032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97274B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874520"/>
            <a:ext cx="2651760" cy="82296"/>
          </a:xfrm>
          <a:prstGeom prst="rect">
            <a:avLst/>
          </a:prstGeom>
          <a:solidFill>
            <a:srgbClr val="97274B"/>
          </a:solidFill>
          <a:ln w="12700">
            <a:solidFill>
              <a:srgbClr val="9727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337560" y="24871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2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29077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Q&amp;A rounds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32552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score tracker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36027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80760" y="1874520"/>
            <a:ext cx="2651760" cy="256032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97274B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80760" y="1874520"/>
            <a:ext cx="2651760" cy="82296"/>
          </a:xfrm>
          <a:prstGeom prst="rect">
            <a:avLst/>
          </a:prstGeom>
          <a:solidFill>
            <a:srgbClr val="97274B"/>
          </a:solidFill>
          <a:ln w="12700">
            <a:solidFill>
              <a:srgbClr val="9727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172200" y="24871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2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17920" y="29077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layout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32552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breakpoints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6027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Touch-friendly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browser-based quiz with zero dependencies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97274B"/>
          </a:solidFill>
          <a:ln w="12700">
            <a:solidFill>
              <a:srgbClr val="9727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7315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F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&amp; Key Implementation Details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960120"/>
            <a:ext cx="658368" cy="658368"/>
          </a:xfrm>
          <a:prstGeom prst="ellipse">
            <a:avLst/>
          </a:prstGeom>
          <a:solidFill>
            <a:srgbClr val="97274B"/>
          </a:solidFill>
          <a:ln w="12700">
            <a:solidFill>
              <a:srgbClr val="9727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960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508760" y="1289304"/>
            <a:ext cx="512064" cy="0"/>
          </a:xfrm>
          <a:prstGeom prst="line">
            <a:avLst/>
          </a:prstGeom>
          <a:noFill/>
          <a:ln w="25400">
            <a:solidFill>
              <a:srgbClr val="9727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733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1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Screen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Start Quiz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23744" y="960120"/>
            <a:ext cx="658368" cy="658368"/>
          </a:xfrm>
          <a:prstGeom prst="ellipse">
            <a:avLst/>
          </a:prstGeom>
          <a:solidFill>
            <a:srgbClr val="97274B"/>
          </a:solidFill>
          <a:ln w="12700">
            <a:solidFill>
              <a:srgbClr val="9727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23744" y="960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09544" y="1289304"/>
            <a:ext cx="512064" cy="0"/>
          </a:xfrm>
          <a:prstGeom prst="line">
            <a:avLst/>
          </a:prstGeom>
          <a:noFill/>
          <a:ln w="25400">
            <a:solidFill>
              <a:srgbClr val="9727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66544" y="16733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1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Question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66544" y="19659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showQuestion() renders Q&amp;A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24528" y="960120"/>
            <a:ext cx="658368" cy="658368"/>
          </a:xfrm>
          <a:prstGeom prst="ellipse">
            <a:avLst/>
          </a:prstGeom>
          <a:solidFill>
            <a:srgbClr val="97274B"/>
          </a:solidFill>
          <a:ln w="12700">
            <a:solidFill>
              <a:srgbClr val="9727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24528" y="960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910328" y="1289304"/>
            <a:ext cx="512064" cy="0"/>
          </a:xfrm>
          <a:prstGeom prst="line">
            <a:avLst/>
          </a:prstGeom>
          <a:noFill/>
          <a:ln w="25400">
            <a:solidFill>
              <a:srgbClr val="9727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67328" y="16733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1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Answers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67328" y="19659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selectAnswer() evaluates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25312" y="960120"/>
            <a:ext cx="658368" cy="658368"/>
          </a:xfrm>
          <a:prstGeom prst="ellipse">
            <a:avLst/>
          </a:prstGeom>
          <a:solidFill>
            <a:srgbClr val="97274B"/>
          </a:solidFill>
          <a:ln w="12700">
            <a:solidFill>
              <a:srgbClr val="9727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25312" y="960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611112" y="1289304"/>
            <a:ext cx="512064" cy="0"/>
          </a:xfrm>
          <a:prstGeom prst="line">
            <a:avLst/>
          </a:prstGeom>
          <a:noFill/>
          <a:ln w="25400">
            <a:solidFill>
              <a:srgbClr val="9727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68112" y="16733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1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68112" y="19659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/ Red highlight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626096" y="960120"/>
            <a:ext cx="658368" cy="658368"/>
          </a:xfrm>
          <a:prstGeom prst="ellipse">
            <a:avLst/>
          </a:prstGeom>
          <a:solidFill>
            <a:srgbClr val="97274B"/>
          </a:solidFill>
          <a:ln w="12700">
            <a:solidFill>
              <a:srgbClr val="9727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26096" y="960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68896" y="16733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1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68896" y="19659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message shown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2487168"/>
            <a:ext cx="40233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2487168"/>
            <a:ext cx="4023360" cy="384048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24871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JavaScript Concepts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2953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72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Manipulation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920240" y="2944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getElementById, createElement to build dynamic answer buttons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227832"/>
            <a:ext cx="3749040" cy="0"/>
          </a:xfrm>
          <a:prstGeom prst="line">
            <a:avLst/>
          </a:prstGeom>
          <a:noFill/>
          <a:ln w="6350">
            <a:solidFill>
              <a:srgbClr val="E8D5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429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72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API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920240" y="34198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button.dataset.correct stores answer state on each element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3703320"/>
            <a:ext cx="3749040" cy="0"/>
          </a:xfrm>
          <a:prstGeom prst="line">
            <a:avLst/>
          </a:prstGeom>
          <a:noFill/>
          <a:ln w="6350">
            <a:solidFill>
              <a:srgbClr val="E8D5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9044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72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Handling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920240" y="38953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listeners on each answer call selectAnswer()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4178808"/>
            <a:ext cx="3749040" cy="0"/>
          </a:xfrm>
          <a:prstGeom prst="line">
            <a:avLst/>
          </a:prstGeom>
          <a:noFill/>
          <a:ln w="6350">
            <a:solidFill>
              <a:srgbClr val="E8D5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3799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72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setTimeout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920240" y="4370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1-second delay before advancing to next question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00600" y="2487168"/>
            <a:ext cx="40233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00600" y="2487168"/>
            <a:ext cx="4023360" cy="384048"/>
          </a:xfrm>
          <a:prstGeom prst="rect">
            <a:avLst/>
          </a:prstGeom>
          <a:solidFill>
            <a:srgbClr val="6D1A37"/>
          </a:solidFill>
          <a:ln w="12700">
            <a:solidFill>
              <a:srgbClr val="6D1A3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24871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&amp; UX Design Choices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892040" y="2953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1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Toggle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355080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.screen.active class controls which screen is visible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937760" y="3227832"/>
            <a:ext cx="3749040" cy="0"/>
          </a:xfrm>
          <a:prstGeom prst="line">
            <a:avLst/>
          </a:prstGeom>
          <a:noFill/>
          <a:ln w="6350">
            <a:solidFill>
              <a:srgbClr val="E8D5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3429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1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355080" y="341985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set dynamically via JS: progressBar.style.width = X%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937760" y="3703320"/>
            <a:ext cx="3749040" cy="0"/>
          </a:xfrm>
          <a:prstGeom prst="line">
            <a:avLst/>
          </a:prstGeom>
          <a:noFill/>
          <a:ln w="6350">
            <a:solidFill>
              <a:srgbClr val="E8D5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92040" y="39044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1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Feedback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355080" y="38953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.correct = green bg, .incorrect = red bg on answer buttons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937760" y="4178808"/>
            <a:ext cx="3749040" cy="0"/>
          </a:xfrm>
          <a:prstGeom prst="line">
            <a:avLst/>
          </a:prstGeom>
          <a:noFill/>
          <a:ln w="6350">
            <a:solidFill>
              <a:srgbClr val="E8D5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92040" y="43799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1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355080" y="43708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@media (max-width:500px) scales fonts and padding for mobile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 Game Project</dc:title>
  <dc:subject>PptxGenJS Presentation</dc:subject>
  <dc:creator>PptxGenJS</dc:creator>
  <cp:lastModifiedBy>PptxGenJS</cp:lastModifiedBy>
  <cp:revision>1</cp:revision>
  <dcterms:created xsi:type="dcterms:W3CDTF">2026-04-10T17:33:59Z</dcterms:created>
  <dcterms:modified xsi:type="dcterms:W3CDTF">2026-04-10T17:33:59Z</dcterms:modified>
</cp:coreProperties>
</file>